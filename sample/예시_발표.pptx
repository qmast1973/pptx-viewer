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500000"/>
            <a:ext cx="10800000" cy="11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3A5F"/>
                </a:solidFill>
              </a:rPr>
              <a:t>분기 실적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2000000"/>
            <a:ext cx="104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333333"/>
                </a:solidFill>
              </a:rPr>
              <a:t>2026년 3분기 · 영업팀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000000"/>
            <a:ext cx="104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333333"/>
                </a:solidFill>
              </a:rPr>
              <a:t>매출과 고객 수 변화를 정리했습니다.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500000"/>
            <a:ext cx="10800000" cy="11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3A5F"/>
                </a:solidFill>
              </a:rPr>
              <a:t>매출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2000000"/>
            <a:ext cx="104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333333"/>
                </a:solidFill>
              </a:rPr>
              <a:t>3분기 매출 42억 원, 전 분기보다 12% 증가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000000"/>
            <a:ext cx="104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333333"/>
                </a:solidFill>
              </a:rPr>
              <a:t>신규 고객 매출 비중 31%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4000000"/>
            <a:ext cx="104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333333"/>
                </a:solidFill>
              </a:rPr>
              <a:t>온라인 주문이 처음으로 매장 주문을 넘음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500000"/>
            <a:ext cx="10800000" cy="11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3A5F"/>
                </a:solidFill>
              </a:rPr>
              <a:t>고객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2000000"/>
            <a:ext cx="104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333333"/>
                </a:solidFill>
              </a:rPr>
              <a:t>신규 고객 1,240명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000000"/>
            <a:ext cx="104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333333"/>
                </a:solidFill>
              </a:rPr>
              <a:t>재구매율 58% (목표 55%)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4000000"/>
            <a:ext cx="104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333333"/>
                </a:solidFill>
              </a:rPr>
              <a:t>고객 문의 응답 시간 평균 3시간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500000"/>
            <a:ext cx="10800000" cy="11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3A5F"/>
                </a:solidFill>
              </a:rPr>
              <a:t>다음 분기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2000000"/>
            <a:ext cx="104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333333"/>
                </a:solidFill>
              </a:rPr>
              <a:t>온라인 주문 화면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000000"/>
            <a:ext cx="104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333333"/>
                </a:solidFill>
              </a:rPr>
              <a:t>재구매 고객 혜택 확대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4000000"/>
            <a:ext cx="104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333333"/>
                </a:solidFill>
              </a:rPr>
              <a:t>매출 목표 46억 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